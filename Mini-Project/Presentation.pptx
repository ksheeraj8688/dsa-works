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the project: a web text editor whose Undo and Redo are implemented with two stacks, plus a visual history tree.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Last change made is the first to be undone, exactly the LIFO behavior of a stack.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Two bounded stacks (limit 8) plus the current text. The app shows counters and a push/pop log.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Underflow is avoided by checking isEmpty. When the undo limit is exceeded, the oldest turn goes to the archive.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step by step. The last row shows what happens to the redo future after a new edit.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history is stored as a binary tree using the first-child / next-sibling representation. Alternatives appear as siblings.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Time and space complexity plus the main features of the prototype.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Thank the audience and list the team.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1D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B5502D"/>
          </a:solidFill>
          <a:ln w="12700">
            <a:solidFill>
              <a:srgbClr val="B5502D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731520" y="10972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spc="400" kern="0" dirty="0">
                <a:solidFill>
                  <a:srgbClr val="E8A2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DSA PROJECT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1554480"/>
            <a:ext cx="7680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600" b="1" dirty="0">
                <a:solidFill>
                  <a:srgbClr val="EFEEE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Undo / Redo</a:t>
            </a:r>
            <a:endParaRPr lang="en-US" sz="46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237744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i="1" dirty="0">
                <a:solidFill>
                  <a:srgbClr val="E8A27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study in stacks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32918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CFCB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text editor where Undo and Redo are built with two stacks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FEEE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1D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a Stack?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987552"/>
            <a:ext cx="822960" cy="54864"/>
          </a:xfrm>
          <a:prstGeom prst="rect">
            <a:avLst/>
          </a:prstGeom>
          <a:solidFill>
            <a:srgbClr val="B5502D"/>
          </a:solidFill>
          <a:ln w="12700">
            <a:solidFill>
              <a:srgbClr val="B5502D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1325880"/>
            <a:ext cx="42976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F1D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Undo reverses the most recent change first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F1D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stack is LIFO: Last In, First Out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F1D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 and remove only at the top, so push and pop are O(1)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301752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B550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push(x)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2011680" y="301752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1D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on top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347472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B550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pop()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2011680" y="347472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1D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 top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393192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B550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peek()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2011680" y="393192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1D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top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438912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B550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isEmpty()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2011680" y="438912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1D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underflow check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486400" y="1554480"/>
            <a:ext cx="2743200" cy="685800"/>
          </a:xfrm>
          <a:prstGeom prst="rect">
            <a:avLst/>
          </a:prstGeom>
          <a:solidFill>
            <a:srgbClr val="B5502D"/>
          </a:solidFill>
          <a:ln w="12700">
            <a:solidFill>
              <a:srgbClr val="EFEEE5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486400" y="1554480"/>
            <a:ext cx="2743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 3  (top)</a:t>
            </a:r>
            <a:endParaRPr lang="en-US" sz="2000" dirty="0"/>
          </a:p>
        </p:txBody>
      </p:sp>
      <p:sp>
        <p:nvSpPr>
          <p:cNvPr id="15" name="Shape 13"/>
          <p:cNvSpPr/>
          <p:nvPr/>
        </p:nvSpPr>
        <p:spPr>
          <a:xfrm>
            <a:off x="5486400" y="2331720"/>
            <a:ext cx="2743200" cy="685800"/>
          </a:xfrm>
          <a:prstGeom prst="rect">
            <a:avLst/>
          </a:prstGeom>
          <a:solidFill>
            <a:srgbClr val="3F6B4F"/>
          </a:solidFill>
          <a:ln w="12700">
            <a:solidFill>
              <a:srgbClr val="EFEEE5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486400" y="2331720"/>
            <a:ext cx="2743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 2</a:t>
            </a:r>
            <a:endParaRPr lang="en-US" sz="2000" dirty="0"/>
          </a:p>
        </p:txBody>
      </p:sp>
      <p:sp>
        <p:nvSpPr>
          <p:cNvPr id="17" name="Shape 15"/>
          <p:cNvSpPr/>
          <p:nvPr/>
        </p:nvSpPr>
        <p:spPr>
          <a:xfrm>
            <a:off x="5486400" y="3108960"/>
            <a:ext cx="2743200" cy="685800"/>
          </a:xfrm>
          <a:prstGeom prst="rect">
            <a:avLst/>
          </a:prstGeom>
          <a:solidFill>
            <a:srgbClr val="3F6B4F"/>
          </a:solidFill>
          <a:ln w="12700">
            <a:solidFill>
              <a:srgbClr val="EFEEE5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5486400" y="3108960"/>
            <a:ext cx="2743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 1</a:t>
            </a:r>
            <a:endParaRPr lang="en-US" sz="2000" dirty="0"/>
          </a:p>
        </p:txBody>
      </p:sp>
      <p:sp>
        <p:nvSpPr>
          <p:cNvPr id="19" name="Text 17"/>
          <p:cNvSpPr txBox="1"/>
          <p:nvPr/>
        </p:nvSpPr>
        <p:spPr>
          <a:xfrm>
            <a:off x="5486400" y="12344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67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 / pop happen here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FEEE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1D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Our Design: Two Stacks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987552"/>
            <a:ext cx="822960" cy="54864"/>
          </a:xfrm>
          <a:prstGeom prst="rect">
            <a:avLst/>
          </a:prstGeom>
          <a:solidFill>
            <a:srgbClr val="B5502D"/>
          </a:solidFill>
          <a:ln w="12700">
            <a:solidFill>
              <a:srgbClr val="B5502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1371600"/>
            <a:ext cx="2468880" cy="1463040"/>
          </a:xfrm>
          <a:prstGeom prst="rect">
            <a:avLst/>
          </a:prstGeom>
          <a:solidFill>
            <a:srgbClr val="3F6B4F"/>
          </a:solidFill>
          <a:ln w="12700">
            <a:solidFill>
              <a:srgbClr val="3F6B4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150876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Undo Stack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205740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 versions, max 8 (history limit)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337560" y="1371600"/>
            <a:ext cx="2468880" cy="1463040"/>
          </a:xfrm>
          <a:prstGeom prst="rect">
            <a:avLst/>
          </a:prstGeom>
          <a:solidFill>
            <a:srgbClr val="1F1D1A"/>
          </a:solidFill>
          <a:ln w="12700">
            <a:solidFill>
              <a:srgbClr val="1F1D1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337560" y="150876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Current</a:t>
            </a:r>
            <a:endParaRPr lang="en-US" sz="2000" dirty="0"/>
          </a:p>
        </p:txBody>
      </p:sp>
      <p:sp>
        <p:nvSpPr>
          <p:cNvPr id="9" name="Text 7"/>
          <p:cNvSpPr txBox="1"/>
          <p:nvPr/>
        </p:nvSpPr>
        <p:spPr>
          <a:xfrm>
            <a:off x="3520440" y="205740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shown in the box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126480" y="1371600"/>
            <a:ext cx="2468880" cy="1463040"/>
          </a:xfrm>
          <a:prstGeom prst="rect">
            <a:avLst/>
          </a:prstGeom>
          <a:solidFill>
            <a:srgbClr val="B5502D"/>
          </a:solidFill>
          <a:ln w="12700">
            <a:solidFill>
              <a:srgbClr val="B5502D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126480" y="150876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Redo Stack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6309360" y="205740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Versions we undid, max 8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2999232" y="1783080"/>
            <a:ext cx="365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F1D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↔</a:t>
            </a:r>
            <a:endParaRPr lang="en-US" sz="2600" dirty="0"/>
          </a:p>
        </p:txBody>
      </p:sp>
      <p:sp>
        <p:nvSpPr>
          <p:cNvPr id="14" name="Text 12"/>
          <p:cNvSpPr txBox="1"/>
          <p:nvPr/>
        </p:nvSpPr>
        <p:spPr>
          <a:xfrm>
            <a:off x="5788152" y="1783080"/>
            <a:ext cx="365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F1D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↔</a:t>
            </a:r>
            <a:endParaRPr lang="en-US" sz="2600" dirty="0"/>
          </a:p>
        </p:txBody>
      </p:sp>
      <p:sp>
        <p:nvSpPr>
          <p:cNvPr id="15" name="Text 13"/>
          <p:cNvSpPr txBox="1"/>
          <p:nvPr/>
        </p:nvSpPr>
        <p:spPr>
          <a:xfrm>
            <a:off x="548640" y="3108960"/>
            <a:ext cx="80467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F1D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editor shows live counters, e.g. Undo 0 / 8 and Redo 0 / 8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F1D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"push / pop" log shows every stack operation as it happens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F1D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Undo = Ctrl + Z, Redo = Ctrl + Y; Reset clears everything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F1D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slow mode animates each push and pop for demonstration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FEEE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1D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Each Operation Works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987552"/>
            <a:ext cx="822960" cy="54864"/>
          </a:xfrm>
          <a:prstGeom prst="rect">
            <a:avLst/>
          </a:prstGeom>
          <a:solidFill>
            <a:srgbClr val="B5502D"/>
          </a:solidFill>
          <a:ln w="12700">
            <a:solidFill>
              <a:srgbClr val="B5502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1371600"/>
            <a:ext cx="2560320" cy="3246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5C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371600"/>
            <a:ext cx="73152" cy="3246120"/>
          </a:xfrm>
          <a:prstGeom prst="rect">
            <a:avLst/>
          </a:prstGeom>
          <a:solidFill>
            <a:srgbClr val="3F6B4F"/>
          </a:solidFill>
          <a:ln w="12700">
            <a:solidFill>
              <a:srgbClr val="3F6B4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77240" y="150876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F1D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Edit / Type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2103120"/>
            <a:ext cx="219456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rgbClr val="1F1D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push(current) on Undo Stack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rgbClr val="1F1D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the new change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rgbClr val="1F1D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Redo Stack is emptied; the old future is kept as an alternative branch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337560" y="1371600"/>
            <a:ext cx="2560320" cy="3246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5C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337560" y="1371600"/>
            <a:ext cx="73152" cy="3246120"/>
          </a:xfrm>
          <a:prstGeom prst="rect">
            <a:avLst/>
          </a:prstGeom>
          <a:solidFill>
            <a:srgbClr val="B5502D"/>
          </a:solidFill>
          <a:ln w="12700">
            <a:solidFill>
              <a:srgbClr val="B5502D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566160" y="150876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F1D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Undo</a:t>
            </a:r>
            <a:endParaRPr lang="en-US" sz="2200" dirty="0"/>
          </a:p>
        </p:txBody>
      </p:sp>
      <p:sp>
        <p:nvSpPr>
          <p:cNvPr id="11" name="Text 9"/>
          <p:cNvSpPr txBox="1"/>
          <p:nvPr/>
        </p:nvSpPr>
        <p:spPr>
          <a:xfrm>
            <a:off x="3566160" y="2103120"/>
            <a:ext cx="219456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rgbClr val="1F1D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Undo Stack is empty: nothing to undo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rgbClr val="1F1D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push(current) on Redo Stack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rgbClr val="1F1D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= pop(Undo Stack)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126480" y="1371600"/>
            <a:ext cx="2560320" cy="3246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5C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126480" y="1371600"/>
            <a:ext cx="73152" cy="3246120"/>
          </a:xfrm>
          <a:prstGeom prst="rect">
            <a:avLst/>
          </a:prstGeom>
          <a:solidFill>
            <a:srgbClr val="1F1D1A"/>
          </a:solidFill>
          <a:ln w="12700">
            <a:solidFill>
              <a:srgbClr val="1F1D1A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355080" y="150876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F1D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Redo</a:t>
            </a:r>
            <a:endParaRPr lang="en-US" sz="2200" dirty="0"/>
          </a:p>
        </p:txBody>
      </p:sp>
      <p:sp>
        <p:nvSpPr>
          <p:cNvPr id="15" name="Text 13"/>
          <p:cNvSpPr txBox="1"/>
          <p:nvPr/>
        </p:nvSpPr>
        <p:spPr>
          <a:xfrm>
            <a:off x="6355080" y="2103120"/>
            <a:ext cx="219456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rgbClr val="1F1D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Redo Stack is empty: nothing to redo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rgbClr val="1F1D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push(current) on Undo Stack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rgbClr val="1F1D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= pop(Redo Stack)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FEEE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1D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Example Walkthrough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987552"/>
            <a:ext cx="822960" cy="54864"/>
          </a:xfrm>
          <a:prstGeom prst="rect">
            <a:avLst/>
          </a:prstGeom>
          <a:solidFill>
            <a:srgbClr val="B5502D"/>
          </a:solidFill>
          <a:ln w="12700">
            <a:solidFill>
              <a:srgbClr val="B5502D"/>
            </a:solidFill>
            <a:prstDash val="solid"/>
          </a:ln>
        </p:spPr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80160"/>
          <a:ext cx="8046720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2926080"/>
                <a:gridCol w="2194560"/>
                <a:gridCol w="1463040"/>
              </a:tblGrid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Action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D1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Undo Stack (top at right)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D1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Redo Stack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D1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Text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D1A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F1D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Start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1D1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[]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1D1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[]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1D1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""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F1D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Type "A"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1D1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[""]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1D1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[]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1D1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"A"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F1D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Type "B"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1D1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["", "A"]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1D1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[]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1D1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"AB"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F1D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Type "C"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1D1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["", "A", "AB"]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1D1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[]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1D1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"ABC"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F1D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Undo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1D1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["", "A"]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1D1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["ABC"]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1D1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"AB"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F1D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Undo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1D1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[""]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1D1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["ABC", "AB"]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1D1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"A"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F1D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Redo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1D1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["", "A"]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1D1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["ABC"]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1D1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"AB"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F1D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Type "D"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1D1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["", "A", "AB"]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1D1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[]  (emptied)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1D1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"ABD"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548640" y="452628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6B67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the last step "ABC" is no longer on the Redo Stack, but it stays in the history tree as an alternative branch.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FEEE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1D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Turn History Tree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987552"/>
            <a:ext cx="822960" cy="54864"/>
          </a:xfrm>
          <a:prstGeom prst="rect">
            <a:avLst/>
          </a:prstGeom>
          <a:solidFill>
            <a:srgbClr val="B5502D"/>
          </a:solidFill>
          <a:ln w="12700">
            <a:solidFill>
              <a:srgbClr val="B5502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78408" y="1755648"/>
            <a:ext cx="0" cy="256032"/>
          </a:xfrm>
          <a:prstGeom prst="line">
            <a:avLst/>
          </a:prstGeom>
          <a:noFill/>
          <a:ln w="19050">
            <a:solidFill>
              <a:srgbClr val="6B675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78408" y="2395728"/>
            <a:ext cx="0" cy="256032"/>
          </a:xfrm>
          <a:prstGeom prst="line">
            <a:avLst/>
          </a:prstGeom>
          <a:noFill/>
          <a:ln w="19050">
            <a:solidFill>
              <a:srgbClr val="6B675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78408" y="3035808"/>
            <a:ext cx="0" cy="256032"/>
          </a:xfrm>
          <a:prstGeom prst="line">
            <a:avLst/>
          </a:prstGeom>
          <a:noFill/>
          <a:ln w="19050">
            <a:solidFill>
              <a:srgbClr val="6B675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417320" y="3483864"/>
            <a:ext cx="685800" cy="0"/>
          </a:xfrm>
          <a:prstGeom prst="line">
            <a:avLst/>
          </a:prstGeom>
          <a:noFill/>
          <a:ln w="19050">
            <a:solidFill>
              <a:srgbClr val="6B675E"/>
            </a:solidFill>
            <a:prstDash val="dash"/>
          </a:ln>
        </p:spPr>
      </p:sp>
      <p:sp>
        <p:nvSpPr>
          <p:cNvPr id="8" name="Shape 6"/>
          <p:cNvSpPr/>
          <p:nvPr/>
        </p:nvSpPr>
        <p:spPr>
          <a:xfrm>
            <a:off x="548640" y="1371600"/>
            <a:ext cx="868680" cy="384048"/>
          </a:xfrm>
          <a:prstGeom prst="roundRect">
            <a:avLst>
              <a:gd name="adj" fmla="val 19048"/>
            </a:avLst>
          </a:prstGeom>
          <a:solidFill>
            <a:srgbClr val="3F6B4F"/>
          </a:solidFill>
          <a:ln w="12700">
            <a:solidFill>
              <a:srgbClr val="3F6B4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48640" y="1371600"/>
            <a:ext cx="868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""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48640" y="2011680"/>
            <a:ext cx="868680" cy="384048"/>
          </a:xfrm>
          <a:prstGeom prst="roundRect">
            <a:avLst>
              <a:gd name="adj" fmla="val 19048"/>
            </a:avLst>
          </a:prstGeom>
          <a:solidFill>
            <a:srgbClr val="3F6B4F"/>
          </a:solidFill>
          <a:ln w="12700">
            <a:solidFill>
              <a:srgbClr val="3F6B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48640" y="2011680"/>
            <a:ext cx="868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"A"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2651760"/>
            <a:ext cx="868680" cy="384048"/>
          </a:xfrm>
          <a:prstGeom prst="roundRect">
            <a:avLst>
              <a:gd name="adj" fmla="val 19048"/>
            </a:avLst>
          </a:prstGeom>
          <a:solidFill>
            <a:srgbClr val="3F6B4F"/>
          </a:solidFill>
          <a:ln w="12700">
            <a:solidFill>
              <a:srgbClr val="3F6B4F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48640" y="2651760"/>
            <a:ext cx="868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"AB"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48640" y="3291840"/>
            <a:ext cx="868680" cy="384048"/>
          </a:xfrm>
          <a:prstGeom prst="roundRect">
            <a:avLst>
              <a:gd name="adj" fmla="val 19048"/>
            </a:avLst>
          </a:prstGeom>
          <a:solidFill>
            <a:srgbClr val="6B675E"/>
          </a:solidFill>
          <a:ln w="12700">
            <a:solidFill>
              <a:srgbClr val="6B675E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48640" y="3291840"/>
            <a:ext cx="868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"ABC"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2103120" y="3291840"/>
            <a:ext cx="868680" cy="384048"/>
          </a:xfrm>
          <a:prstGeom prst="roundRect">
            <a:avLst>
              <a:gd name="adj" fmla="val 19048"/>
            </a:avLst>
          </a:prstGeom>
          <a:solidFill>
            <a:srgbClr val="B5502D"/>
          </a:solidFill>
          <a:ln w="12700">
            <a:solidFill>
              <a:srgbClr val="B5502D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2103120" y="3291840"/>
            <a:ext cx="868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"ABD"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1554480" y="237744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6B67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child (next turn)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548640" y="379476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6B67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sibling (alternative)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48640" y="4343400"/>
            <a:ext cx="164592" cy="164592"/>
          </a:xfrm>
          <a:prstGeom prst="rect">
            <a:avLst/>
          </a:prstGeom>
          <a:solidFill>
            <a:srgbClr val="B5502D"/>
          </a:solidFill>
          <a:ln w="12700">
            <a:solidFill>
              <a:srgbClr val="B5502D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77240" y="4315968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B67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1828800" y="4343400"/>
            <a:ext cx="164592" cy="164592"/>
          </a:xfrm>
          <a:prstGeom prst="rect">
            <a:avLst/>
          </a:prstGeom>
          <a:solidFill>
            <a:srgbClr val="3F6B4F"/>
          </a:solidFill>
          <a:ln w="12700">
            <a:solidFill>
              <a:srgbClr val="3F6B4F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2057400" y="4315968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B67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Undo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108960" y="4343400"/>
            <a:ext cx="164592" cy="164592"/>
          </a:xfrm>
          <a:prstGeom prst="rect">
            <a:avLst/>
          </a:prstGeom>
          <a:solidFill>
            <a:srgbClr val="6B675E"/>
          </a:solidFill>
          <a:ln w="12700">
            <a:solidFill>
              <a:srgbClr val="6B675E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3337560" y="4315968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B67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Alternative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206240" y="1371600"/>
            <a:ext cx="438912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5C8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206240" y="1371600"/>
            <a:ext cx="73152" cy="3200400"/>
          </a:xfrm>
          <a:prstGeom prst="rect">
            <a:avLst/>
          </a:prstGeom>
          <a:solidFill>
            <a:srgbClr val="B5502D"/>
          </a:solidFill>
          <a:ln w="12700">
            <a:solidFill>
              <a:srgbClr val="B5502D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4480560" y="1508760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F1D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Binary tree representation</a:t>
            </a:r>
            <a:endParaRPr lang="en-US" sz="2000" dirty="0"/>
          </a:p>
        </p:txBody>
      </p:sp>
      <p:sp>
        <p:nvSpPr>
          <p:cNvPr id="29" name="Text 27"/>
          <p:cNvSpPr txBox="1"/>
          <p:nvPr/>
        </p:nvSpPr>
        <p:spPr>
          <a:xfrm>
            <a:off x="4480560" y="2057400"/>
            <a:ext cx="393192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1D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saved turn is a node in a tree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1D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child = the next turn after it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1D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sibling = an alternative turn made from the same parent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1D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Nothing is thrown away: a new edit after undo starts a new branch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1D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Turns outside the undo limit are archived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1D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a node to open a read-only snapshot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EFEEE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1D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Features and Complexity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987552"/>
            <a:ext cx="822960" cy="54864"/>
          </a:xfrm>
          <a:prstGeom prst="rect">
            <a:avLst/>
          </a:prstGeom>
          <a:solidFill>
            <a:srgbClr val="B5502D"/>
          </a:solidFill>
          <a:ln w="12700">
            <a:solidFill>
              <a:srgbClr val="B5502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1371600"/>
            <a:ext cx="256032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5C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371600"/>
            <a:ext cx="73152" cy="1188720"/>
          </a:xfrm>
          <a:prstGeom prst="rect">
            <a:avLst/>
          </a:prstGeom>
          <a:solidFill>
            <a:srgbClr val="3F6B4F"/>
          </a:solidFill>
          <a:ln w="12700">
            <a:solidFill>
              <a:srgbClr val="3F6B4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77240" y="146304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1F1D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O(1)</a:t>
            </a:r>
            <a:endParaRPr lang="en-US" sz="34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210312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B67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push: save a turn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337560" y="1371600"/>
            <a:ext cx="256032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5C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337560" y="1371600"/>
            <a:ext cx="73152" cy="1188720"/>
          </a:xfrm>
          <a:prstGeom prst="rect">
            <a:avLst/>
          </a:prstGeom>
          <a:solidFill>
            <a:srgbClr val="B5502D"/>
          </a:solidFill>
          <a:ln w="12700">
            <a:solidFill>
              <a:srgbClr val="B5502D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566160" y="146304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1F1D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O(1)</a:t>
            </a:r>
            <a:endParaRPr lang="en-US" sz="3400" dirty="0"/>
          </a:p>
        </p:txBody>
      </p:sp>
      <p:sp>
        <p:nvSpPr>
          <p:cNvPr id="11" name="Text 9"/>
          <p:cNvSpPr txBox="1"/>
          <p:nvPr/>
        </p:nvSpPr>
        <p:spPr>
          <a:xfrm>
            <a:off x="3566160" y="210312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B67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pop: undo / redo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126480" y="1371600"/>
            <a:ext cx="256032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5C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126480" y="1371600"/>
            <a:ext cx="73152" cy="1188720"/>
          </a:xfrm>
          <a:prstGeom prst="rect">
            <a:avLst/>
          </a:prstGeom>
          <a:solidFill>
            <a:srgbClr val="1F1D1A"/>
          </a:solidFill>
          <a:ln w="12700">
            <a:solidFill>
              <a:srgbClr val="1F1D1A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355080" y="146304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1F1D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O(n)</a:t>
            </a:r>
            <a:endParaRPr lang="en-US" sz="3400" dirty="0"/>
          </a:p>
        </p:txBody>
      </p:sp>
      <p:sp>
        <p:nvSpPr>
          <p:cNvPr id="15" name="Text 13"/>
          <p:cNvSpPr txBox="1"/>
          <p:nvPr/>
        </p:nvSpPr>
        <p:spPr>
          <a:xfrm>
            <a:off x="6355080" y="210312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B67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space for n turns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2834640"/>
            <a:ext cx="80467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F1D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Bounded stacks: history limit controls how many turns stay undoable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F1D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Keyboard shortcuts, Reset, live word and character count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F1D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push / pop log with slow mode for demos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F1D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 check before pop prevents underflow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F1D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and concepts panel explains the stack logic inside the app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F1D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B5502D"/>
          </a:solidFill>
          <a:ln w="12700">
            <a:solidFill>
              <a:srgbClr val="B5502D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731520" y="41148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200" b="1" dirty="0">
                <a:solidFill>
                  <a:srgbClr val="EFEEE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Thank You</a:t>
            </a:r>
            <a:endParaRPr lang="en-US" sz="42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128016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E8A2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MEMBERS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173736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E8A27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A25126510120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3200400" y="173736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FEE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Sumanth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228600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E8A27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A25126510113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3200400" y="228600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FEE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R.M. Ksheeraj</a:t>
            </a:r>
            <a:endParaRPr lang="en-US" sz="2000" dirty="0"/>
          </a:p>
        </p:txBody>
      </p:sp>
      <p:sp>
        <p:nvSpPr>
          <p:cNvPr id="9" name="Text 7"/>
          <p:cNvSpPr txBox="1"/>
          <p:nvPr/>
        </p:nvSpPr>
        <p:spPr>
          <a:xfrm>
            <a:off x="731520" y="283464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E8A27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A25126510105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3200400" y="283464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FEE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Teja Ponnada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731520" y="338328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E8A27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A25126510102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3200400" y="338328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FEE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P. Leela Seshu</a:t>
            </a:r>
            <a:endParaRPr lang="en-US" sz="2000" dirty="0"/>
          </a:p>
        </p:txBody>
      </p:sp>
      <p:sp>
        <p:nvSpPr>
          <p:cNvPr id="13" name="Text 11"/>
          <p:cNvSpPr txBox="1"/>
          <p:nvPr/>
        </p:nvSpPr>
        <p:spPr>
          <a:xfrm>
            <a:off x="731520" y="393192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E8A27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A25126510086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3200400" y="393192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FEE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K. Surya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Georg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2026-10-07T03:36:15Z</dcterms:created>
  <dcterms:modified xsi:type="dcterms:W3CDTF">2026-10-07T03:36:15Z</dcterms:modified>
</cp:coreProperties>
</file>